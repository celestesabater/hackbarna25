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108" y="6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805AD5"/>
            </a:gs>
            <a:gs pos="100000">
              <a:srgbClr val="3B82F6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91440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Arial"/>
              </a:defRPr>
            </a:pPr>
            <a:r>
              <a:rPr dirty="0"/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E6E6E6"/>
                </a:solidFill>
                <a:latin typeface="Arial"/>
              </a:defRPr>
            </a:pPr>
            <a:r>
              <a:rPr dirty="0"/>
              <a:t>Ordering feels outdated.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36776" y="2641044"/>
            <a:ext cx="5428089" cy="221599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2000">
                <a:solidFill>
                  <a:srgbClr val="FFFFFF"/>
                </a:solidFill>
                <a:latin typeface="Arial"/>
              </a:defRPr>
            </a:pPr>
            <a:r>
              <a:rPr dirty="0"/>
              <a:t>• Ordering online still takes too many steps — </a:t>
            </a:r>
            <a:endParaRPr lang="ca-ES" dirty="0"/>
          </a:p>
          <a:p>
            <a:pPr>
              <a:defRPr sz="2000">
                <a:solidFill>
                  <a:srgbClr val="FFFFFF"/>
                </a:solidFill>
                <a:latin typeface="Arial"/>
              </a:defRPr>
            </a:pPr>
            <a:r>
              <a:rPr lang="ca-ES" dirty="0"/>
              <a:t>	</a:t>
            </a:r>
            <a:r>
              <a:rPr dirty="0"/>
              <a:t>typing, searching, confirming.</a:t>
            </a:r>
            <a:endParaRPr lang="ca-ES" dirty="0"/>
          </a:p>
          <a:p>
            <a:pPr>
              <a:defRPr sz="2000">
                <a:solidFill>
                  <a:srgbClr val="FFFFFF"/>
                </a:solidFill>
                <a:latin typeface="Arial"/>
              </a:defRPr>
            </a:pPr>
            <a:endParaRPr dirty="0"/>
          </a:p>
          <a:p>
            <a:pPr>
              <a:defRPr sz="2000">
                <a:solidFill>
                  <a:srgbClr val="FFFFFF"/>
                </a:solidFill>
                <a:latin typeface="Arial"/>
              </a:defRPr>
            </a:pPr>
            <a:r>
              <a:rPr dirty="0"/>
              <a:t>• It’s not natural or conversational.</a:t>
            </a:r>
            <a:endParaRPr lang="ca-ES" dirty="0"/>
          </a:p>
          <a:p>
            <a:pPr>
              <a:defRPr sz="2000">
                <a:solidFill>
                  <a:srgbClr val="FFFFFF"/>
                </a:solidFill>
                <a:latin typeface="Arial"/>
              </a:defRPr>
            </a:pPr>
            <a:endParaRPr dirty="0"/>
          </a:p>
          <a:p>
            <a:pPr>
              <a:defRPr sz="2000">
                <a:solidFill>
                  <a:srgbClr val="FFFFFF"/>
                </a:solidFill>
                <a:latin typeface="Arial"/>
              </a:defRPr>
            </a:pPr>
            <a:r>
              <a:rPr dirty="0"/>
              <a:t>• What if you could just say what you want?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Adderit</a:t>
            </a: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708C0E9F-9134-9987-F7A3-8F6ED73FCF85}"/>
              </a:ext>
            </a:extLst>
          </p:cNvPr>
          <p:cNvSpPr txBox="1"/>
          <p:nvPr/>
        </p:nvSpPr>
        <p:spPr>
          <a:xfrm>
            <a:off x="5321808" y="6190488"/>
            <a:ext cx="3512693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  <a:latin typeface="Arial"/>
              </a:defRPr>
            </a:pPr>
            <a:r>
              <a:rPr dirty="0"/>
              <a:t>Vibe Shopping — Just Say It.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805AD5"/>
            </a:gs>
            <a:gs pos="100000">
              <a:srgbClr val="3B82F6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Arial"/>
              </a:defRPr>
            </a:pPr>
            <a:r>
              <a:rPr dirty="0"/>
              <a:t>Our Solution — Vibe Shopping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E6E6E6"/>
                </a:solidFill>
                <a:latin typeface="Arial"/>
              </a:defRPr>
            </a:pPr>
            <a:r>
              <a:rPr dirty="0"/>
              <a:t>Voice-to-delivery shopping in one vibe.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2752344"/>
            <a:ext cx="6294415" cy="221599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2000">
                <a:solidFill>
                  <a:srgbClr val="FFFFFF"/>
                </a:solidFill>
                <a:latin typeface="Arial"/>
              </a:defRPr>
            </a:pPr>
            <a:r>
              <a:rPr dirty="0"/>
              <a:t>• Ask for what you want on video.</a:t>
            </a:r>
            <a:endParaRPr lang="ca-ES" dirty="0"/>
          </a:p>
          <a:p>
            <a:pPr>
              <a:defRPr sz="2000">
                <a:solidFill>
                  <a:srgbClr val="FFFFFF"/>
                </a:solidFill>
                <a:latin typeface="Arial"/>
              </a:defRPr>
            </a:pPr>
            <a:endParaRPr dirty="0"/>
          </a:p>
          <a:p>
            <a:pPr>
              <a:defRPr sz="2000">
                <a:solidFill>
                  <a:srgbClr val="FFFFFF"/>
                </a:solidFill>
                <a:latin typeface="Arial"/>
              </a:defRPr>
            </a:pPr>
            <a:r>
              <a:rPr dirty="0"/>
              <a:t>• Our AI listens (STT), understands, fills your order, </a:t>
            </a:r>
            <a:endParaRPr lang="ca-ES" dirty="0"/>
          </a:p>
          <a:p>
            <a:pPr>
              <a:defRPr sz="2000">
                <a:solidFill>
                  <a:srgbClr val="FFFFFF"/>
                </a:solidFill>
                <a:latin typeface="Arial"/>
              </a:defRPr>
            </a:pPr>
            <a:r>
              <a:rPr lang="ca-ES" dirty="0"/>
              <a:t>         </a:t>
            </a:r>
            <a:r>
              <a:rPr dirty="0"/>
              <a:t>and calls the </a:t>
            </a:r>
            <a:r>
              <a:rPr dirty="0" err="1"/>
              <a:t>Glovo</a:t>
            </a:r>
            <a:r>
              <a:rPr dirty="0"/>
              <a:t> API.</a:t>
            </a:r>
            <a:endParaRPr lang="ca-ES" dirty="0"/>
          </a:p>
          <a:p>
            <a:pPr>
              <a:defRPr sz="2000">
                <a:solidFill>
                  <a:srgbClr val="FFFFFF"/>
                </a:solidFill>
                <a:latin typeface="Arial"/>
              </a:defRPr>
            </a:pPr>
            <a:endParaRPr dirty="0"/>
          </a:p>
          <a:p>
            <a:pPr>
              <a:defRPr sz="2000">
                <a:solidFill>
                  <a:srgbClr val="FFFFFF"/>
                </a:solidFill>
                <a:latin typeface="Arial"/>
              </a:defRPr>
            </a:pPr>
            <a:r>
              <a:rPr dirty="0"/>
              <a:t>• You get a natural, human-like response from the bot.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Adderit</a:t>
            </a: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20638D59-227A-6EF0-491B-CF861B8F2693}"/>
              </a:ext>
            </a:extLst>
          </p:cNvPr>
          <p:cNvSpPr txBox="1"/>
          <p:nvPr/>
        </p:nvSpPr>
        <p:spPr>
          <a:xfrm>
            <a:off x="5321808" y="6190488"/>
            <a:ext cx="3512693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  <a:latin typeface="Arial"/>
              </a:defRPr>
            </a:pPr>
            <a:r>
              <a:rPr dirty="0"/>
              <a:t>Vibe Shopping — Just Say 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805AD5"/>
            </a:gs>
            <a:gs pos="100000">
              <a:srgbClr val="3B82F6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91440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Arial"/>
              </a:defRPr>
            </a:pPr>
            <a:r>
              <a:rPr dirty="0"/>
              <a:t>How We Built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E6E6E6"/>
                </a:solidFill>
                <a:latin typeface="Arial"/>
              </a:defRPr>
            </a:pPr>
            <a:r>
              <a:rPr dirty="0"/>
              <a:t>Tech stack and integrations.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75597" y="2822364"/>
            <a:ext cx="6591163" cy="19082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2000">
                <a:solidFill>
                  <a:srgbClr val="FFFFFF"/>
                </a:solidFill>
                <a:latin typeface="Arial"/>
              </a:defRPr>
            </a:pPr>
            <a:r>
              <a:rPr dirty="0"/>
              <a:t>• PowerShell scripts — automation.</a:t>
            </a:r>
          </a:p>
          <a:p>
            <a:pPr>
              <a:defRPr sz="2000">
                <a:solidFill>
                  <a:srgbClr val="FFFFFF"/>
                </a:solidFill>
                <a:latin typeface="Arial"/>
              </a:defRPr>
            </a:pPr>
            <a:r>
              <a:rPr dirty="0"/>
              <a:t>• Python &amp; JavaScript — logic and frontend.</a:t>
            </a:r>
          </a:p>
          <a:p>
            <a:pPr>
              <a:defRPr sz="2000">
                <a:solidFill>
                  <a:srgbClr val="FFFFFF"/>
                </a:solidFill>
                <a:latin typeface="Arial"/>
              </a:defRPr>
            </a:pPr>
            <a:r>
              <a:rPr dirty="0"/>
              <a:t>• n8n — backend workflow orchestration.</a:t>
            </a:r>
          </a:p>
          <a:p>
            <a:pPr>
              <a:defRPr sz="2000">
                <a:solidFill>
                  <a:srgbClr val="FFFFFF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Glovo</a:t>
            </a:r>
            <a:r>
              <a:rPr dirty="0"/>
              <a:t> API — order execution.</a:t>
            </a:r>
          </a:p>
          <a:p>
            <a:pPr>
              <a:defRPr sz="2000">
                <a:solidFill>
                  <a:srgbClr val="FFFFFF"/>
                </a:solidFill>
                <a:latin typeface="Arial"/>
              </a:defRPr>
            </a:pPr>
            <a:r>
              <a:rPr dirty="0"/>
              <a:t>• FAL API (via Veed.io) — </a:t>
            </a:r>
            <a:r>
              <a:rPr lang="ca-ES" dirty="0" err="1"/>
              <a:t>Lipsync</a:t>
            </a:r>
            <a:r>
              <a:rPr dirty="0"/>
              <a:t> and video processing.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Adderit</a:t>
            </a: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9790E990-18FA-A430-A17D-4AFF9D2D8FFA}"/>
              </a:ext>
            </a:extLst>
          </p:cNvPr>
          <p:cNvSpPr txBox="1"/>
          <p:nvPr/>
        </p:nvSpPr>
        <p:spPr>
          <a:xfrm>
            <a:off x="5321808" y="6190488"/>
            <a:ext cx="3512693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  <a:latin typeface="Arial"/>
              </a:defRPr>
            </a:pPr>
            <a:r>
              <a:rPr dirty="0"/>
              <a:t>Vibe Shopping — Just Say 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805AD5"/>
            </a:gs>
            <a:gs pos="100000">
              <a:srgbClr val="3B82F6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91440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Arial"/>
              </a:defRPr>
            </a:pPr>
            <a:r>
              <a:rPr dirty="0"/>
              <a:t>Roadmap &amp; Challenges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E6E6E6"/>
                </a:solidFill>
                <a:latin typeface="Arial"/>
              </a:defRPr>
            </a:pPr>
            <a:r>
              <a:rPr dirty="0"/>
              <a:t>What we’ve done — and where we’re going next.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02447" y="2624078"/>
            <a:ext cx="6927153" cy="286232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  <a:latin typeface="Arial"/>
              </a:defRPr>
            </a:pPr>
            <a:r>
              <a:rPr dirty="0"/>
              <a:t>Roadmap:</a:t>
            </a:r>
          </a:p>
          <a:p>
            <a:pPr>
              <a:defRPr sz="2000">
                <a:solidFill>
                  <a:srgbClr val="FFFFFF"/>
                </a:solidFill>
                <a:latin typeface="Arial"/>
              </a:defRPr>
            </a:pPr>
            <a:r>
              <a:rPr dirty="0"/>
              <a:t>• Add personalized voice agents and multi-store integration.</a:t>
            </a:r>
          </a:p>
          <a:p>
            <a:pPr>
              <a:defRPr sz="2000">
                <a:solidFill>
                  <a:srgbClr val="FFFFFF"/>
                </a:solidFill>
                <a:latin typeface="Arial"/>
              </a:defRPr>
            </a:pPr>
            <a:r>
              <a:rPr dirty="0"/>
              <a:t>• Enable payment flow and richer conversation memory.</a:t>
            </a:r>
            <a:endParaRPr lang="ca-ES" dirty="0"/>
          </a:p>
          <a:p>
            <a:pPr>
              <a:defRPr sz="2000">
                <a:solidFill>
                  <a:srgbClr val="FFFFFF"/>
                </a:solidFill>
                <a:latin typeface="Arial"/>
              </a:defRPr>
            </a:pPr>
            <a:r>
              <a:rPr lang="ca-ES" dirty="0"/>
              <a:t>• </a:t>
            </a:r>
            <a:r>
              <a:rPr lang="ca-ES" dirty="0" err="1"/>
              <a:t>Additional</a:t>
            </a:r>
            <a:r>
              <a:rPr lang="ca-ES" dirty="0"/>
              <a:t> </a:t>
            </a:r>
            <a:r>
              <a:rPr lang="ca-ES" dirty="0" err="1"/>
              <a:t>platform</a:t>
            </a:r>
            <a:r>
              <a:rPr lang="ca-ES" dirty="0"/>
              <a:t> </a:t>
            </a:r>
            <a:r>
              <a:rPr lang="ca-ES" dirty="0" err="1"/>
              <a:t>integrations</a:t>
            </a:r>
            <a:r>
              <a:rPr lang="ca-ES" dirty="0"/>
              <a:t> </a:t>
            </a:r>
            <a:r>
              <a:rPr lang="ca-ES" dirty="0" err="1"/>
              <a:t>like</a:t>
            </a:r>
            <a:r>
              <a:rPr lang="ca-ES" dirty="0"/>
              <a:t> </a:t>
            </a:r>
            <a:r>
              <a:rPr lang="ca-ES" dirty="0" err="1"/>
              <a:t>Strava</a:t>
            </a:r>
            <a:r>
              <a:rPr lang="ca-ES" dirty="0"/>
              <a:t> or YAZIO.</a:t>
            </a:r>
            <a:endParaRPr dirty="0"/>
          </a:p>
          <a:p>
            <a:pPr>
              <a:defRPr sz="2000">
                <a:solidFill>
                  <a:srgbClr val="FFFFFF"/>
                </a:solidFill>
                <a:latin typeface="Arial"/>
              </a:defRPr>
            </a:pPr>
            <a:endParaRPr dirty="0"/>
          </a:p>
          <a:p>
            <a:pPr>
              <a:defRPr sz="2000">
                <a:solidFill>
                  <a:srgbClr val="FFFFFF"/>
                </a:solidFill>
                <a:latin typeface="Arial"/>
              </a:defRPr>
            </a:pPr>
            <a:r>
              <a:rPr dirty="0"/>
              <a:t>Challenges:</a:t>
            </a:r>
          </a:p>
          <a:p>
            <a:pPr>
              <a:defRPr sz="2000">
                <a:solidFill>
                  <a:srgbClr val="FFFFFF"/>
                </a:solidFill>
                <a:latin typeface="Arial"/>
              </a:defRPr>
            </a:pPr>
            <a:r>
              <a:rPr dirty="0"/>
              <a:t>• Latency and API rate limits.</a:t>
            </a:r>
          </a:p>
          <a:p>
            <a:pPr>
              <a:defRPr sz="2000">
                <a:solidFill>
                  <a:srgbClr val="FFFFFF"/>
                </a:solidFill>
                <a:latin typeface="Arial"/>
              </a:defRPr>
            </a:pPr>
            <a:r>
              <a:rPr dirty="0"/>
              <a:t>• Real-time natural dialogue and error handling.</a:t>
            </a:r>
            <a:endParaRPr lang="ca-ES" dirty="0"/>
          </a:p>
          <a:p>
            <a:pPr>
              <a:defRPr sz="2000">
                <a:solidFill>
                  <a:srgbClr val="FFFFFF"/>
                </a:solidFill>
                <a:latin typeface="Arial"/>
              </a:defRPr>
            </a:pPr>
            <a:r>
              <a:rPr lang="ca-ES" dirty="0"/>
              <a:t>• </a:t>
            </a:r>
            <a:r>
              <a:rPr lang="ca-ES" dirty="0" err="1"/>
              <a:t>Improve</a:t>
            </a:r>
            <a:r>
              <a:rPr lang="ca-ES" dirty="0"/>
              <a:t> TTS </a:t>
            </a:r>
            <a:r>
              <a:rPr lang="ca-ES" dirty="0" err="1"/>
              <a:t>and</a:t>
            </a:r>
            <a:r>
              <a:rPr lang="ca-ES" dirty="0"/>
              <a:t> STT (via SLNG// or VONAGE).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Adderit</a:t>
            </a: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64E2C089-70AD-1865-51E7-3A236E086E9A}"/>
              </a:ext>
            </a:extLst>
          </p:cNvPr>
          <p:cNvSpPr txBox="1"/>
          <p:nvPr/>
        </p:nvSpPr>
        <p:spPr>
          <a:xfrm>
            <a:off x="5321808" y="6190488"/>
            <a:ext cx="3512693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  <a:latin typeface="Arial"/>
              </a:defRPr>
            </a:pPr>
            <a:r>
              <a:rPr dirty="0"/>
              <a:t>Vibe Shopping — Just Say 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805AD5"/>
            </a:gs>
            <a:gs pos="100000">
              <a:srgbClr val="3B82F6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Arial"/>
              </a:defRPr>
            </a:pPr>
            <a:r>
              <a:rPr dirty="0"/>
              <a:t>Demo Time 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21808" y="6190488"/>
            <a:ext cx="3512693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  <a:latin typeface="Arial"/>
              </a:defRPr>
            </a:pPr>
            <a:r>
              <a:rPr dirty="0"/>
              <a:t>Vibe Shopping — Just Say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rPr dirty="0" err="1"/>
              <a:t>Adderit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259</Words>
  <Application>Microsoft Office PowerPoint</Application>
  <PresentationFormat>Presentació en pantalla (4:3)</PresentationFormat>
  <Paragraphs>48</Paragraphs>
  <Slides>5</Slides>
  <Notes>0</Notes>
  <HiddenSlides>0</HiddenSlides>
  <MMClips>0</MMClips>
  <ScaleCrop>false</ScaleCrop>
  <HeadingPairs>
    <vt:vector size="6" baseType="variant">
      <vt:variant>
        <vt:lpstr>Tipus de lletra utilitzats</vt:lpstr>
      </vt:variant>
      <vt:variant>
        <vt:i4>2</vt:i4>
      </vt:variant>
      <vt:variant>
        <vt:lpstr>Tema</vt:lpstr>
      </vt:variant>
      <vt:variant>
        <vt:i4>1</vt:i4>
      </vt:variant>
      <vt:variant>
        <vt:lpstr>Títols de les diapositives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Joan Ballbé</cp:lastModifiedBy>
  <cp:revision>5</cp:revision>
  <dcterms:created xsi:type="dcterms:W3CDTF">2013-01-27T09:14:16Z</dcterms:created>
  <dcterms:modified xsi:type="dcterms:W3CDTF">2025-10-12T09:27:33Z</dcterms:modified>
  <cp:category/>
</cp:coreProperties>
</file>